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43" r:id="rId2"/>
    <p:sldId id="344" r:id="rId3"/>
    <p:sldId id="345" r:id="rId4"/>
    <p:sldId id="346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2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96" y="1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016EE-03F1-9EC3-89C5-1F9A567814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BA0894-3FC3-FF3B-9247-625F649F2B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68904B-E586-61B1-308A-FC4EF5351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E90B8-456F-4C72-8812-E4C6F17B85AE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32AC6-D98F-FE0C-1C1D-E286EB029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29B5D8-E70A-3F2F-B4CA-3FB670BA8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FC074-C148-4738-9D04-4845E2C323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64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D0625-4FBC-2E51-97D3-A553721FF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713A01-A35B-6EFB-7B40-82096864FF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71F45A-73A4-5B25-D717-4881651A3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E90B8-456F-4C72-8812-E4C6F17B85AE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A0DFF6-9B70-5A14-498D-64CBE5576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83DD61-EF3C-AC7F-074D-8A287C302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FC074-C148-4738-9D04-4845E2C323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124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8FA1E-E4B1-F6FA-B94B-40C3B4878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BE6512-F889-8FB3-7CE9-150CB78145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FFA7D-2AD3-7A4A-CEA1-268A4A625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E90B8-456F-4C72-8812-E4C6F17B85AE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9FA6B-F695-5D08-04E8-0E5C73A56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1822D7-D4BD-9AE3-BCAD-6D246CDCA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FC074-C148-4738-9D04-4845E2C323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628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BF925-344E-7B8D-4478-DEA928BC3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62FA9-DF0C-D052-4D3B-24BE27D7A5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0963D3-B59A-A903-AD84-D511983822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39EAC2-607A-2D50-BC31-50AAC17B0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E90B8-456F-4C72-8812-E4C6F17B85AE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DF44BC-513E-508A-0503-1DC201506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164940-608F-60A8-3372-01C0D85B0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FC074-C148-4738-9D04-4845E2C323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021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3A2A6-8999-6E01-8E4D-CBA83AF5E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4ED580-C9E5-F914-6BE6-0FD509CDC3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B7D48-C12E-0690-C78F-7C159FFE33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025EE3-6AED-ED51-816A-4F5C859DDD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14E753-414D-259A-9009-CE1866A96D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4001D0-DBB0-8E34-C825-0D0AEBFC8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E90B8-456F-4C72-8812-E4C6F17B85AE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050049-53A7-B862-CC61-655368F5F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F82211-07B6-0B54-61FD-E7C007A87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FC074-C148-4738-9D04-4845E2C323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3133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2C591-F20B-59A7-8B1F-A3E192EAE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BFF996-AFA7-1754-2394-F839EE34B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E90B8-456F-4C72-8812-E4C6F17B85AE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E1FD37-3F66-A880-0579-E25CC1614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1EC8E9-EC9F-393A-BB3A-D3FD65A17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FC074-C148-4738-9D04-4845E2C323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63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11843-A339-67AB-E230-386AEED6B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E90B8-456F-4C72-8812-E4C6F17B85AE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119BAF-6F26-8F3F-3FF1-DC2476FC2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D34F7-8B1A-2DF5-E31D-636A0E904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FC074-C148-4738-9D04-4845E2C323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352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CBA7B-0545-3B5D-361A-8FF73421F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3203A-53FB-A5BF-CD44-457A62C701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C23437-8E57-4D89-ADFE-BA4168D06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D0F673-C3A1-DA14-3E9F-8DEA3B4EF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E90B8-456F-4C72-8812-E4C6F17B85AE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EFE20E-7F86-4AA5-411D-CD0448C0C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1593BB-49A0-4268-D3A5-0D53F46D0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FC074-C148-4738-9D04-4845E2C323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993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F11E2-6A49-8A50-DCFD-4E9D47ED8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DA3976-D282-4C2D-8625-F89088864B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B6EDBF-E97B-115C-528F-53EC0E280B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D81339-632B-B5ED-B132-9230B345A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E90B8-456F-4C72-8812-E4C6F17B85AE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E89282-0FA9-E055-65DF-CC64D4F93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CD3BF6-95FC-231E-3261-A7975A7BD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FC074-C148-4738-9D04-4845E2C323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285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0EDC7-CA29-6565-7C86-E06C693D6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2120F6-A88E-F3F4-22AA-C363E75A5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1EFFA-49D9-A30A-221D-46F8A1F5B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E90B8-456F-4C72-8812-E4C6F17B85AE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2FE674-2CED-F132-5427-60BA6E232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E192D-6EEC-DB20-263E-850F9CA44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FC074-C148-4738-9D04-4845E2C323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274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5107AF-BAE9-0036-8A32-40347B06C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CB0DD4-B172-29D4-28F8-0DFF7C93FE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0C88EB-4A52-5C5D-EDA5-2BABC336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E90B8-456F-4C72-8812-E4C6F17B85AE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4D40B5-D644-2CCB-A3B9-42F499BA0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0F74E3-15B3-432C-0D87-5B66866A2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FC074-C148-4738-9D04-4845E2C323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0600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16127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557384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AE648E-5C36-469E-CA96-84E24E625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08EA6-91A9-17AE-E34B-5C7501D3D8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3D98B4-9836-347A-2B9E-E3BD562A60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0E90B8-456F-4C72-8812-E4C6F17B85AE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92FA3-2C53-0E56-E204-4D6AEC432D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F21BAA-5644-6014-DE88-F744DB4EEB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8FC074-C148-4738-9D04-4845E2C323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7816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1DD1F-8B1B-9BA7-9EB4-0AF678C48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A58B5-69B4-D39E-B9F2-B563CBF1B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125" y="250132"/>
            <a:ext cx="11018520" cy="49244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Service Specific Conditional ACO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4547EF-D75E-0E20-F37F-4DF675FAE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110" y="964431"/>
            <a:ext cx="9899780" cy="5555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585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A73F6-8EA8-5D58-BFA3-214E29B37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AC201-507F-8EC2-1AE8-4A1C24208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125" y="250132"/>
            <a:ext cx="11018520" cy="49244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Service Specific Conditional ACO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2700DA-83C8-B7D9-345F-6EF3E2BA43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08" y="911427"/>
            <a:ext cx="10254031" cy="5765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673748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B0C9E-47D6-C0C2-C297-841DE4ADB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C8B4E-1F3C-A2AA-909D-15A30138F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125" y="250132"/>
            <a:ext cx="11018520" cy="49244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Service Specific Conditional ACO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6B4EA7-0C48-FC24-52C0-24B4EE1890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061" y="1014259"/>
            <a:ext cx="10133043" cy="568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96418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298EF-A2A7-71B6-F55E-C78ADF2EA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A0E01-E88B-7606-CE33-80BADDA36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125" y="250132"/>
            <a:ext cx="11018520" cy="49244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Service Specific Conditional ACO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E2786D-452D-CDDF-B0F1-B53A365F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35" y="883435"/>
            <a:ext cx="10347649" cy="5809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108695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Service Specific Conditional ACO</vt:lpstr>
      <vt:lpstr>Service Specific Conditional ACO</vt:lpstr>
      <vt:lpstr>Service Specific Conditional ACO</vt:lpstr>
      <vt:lpstr>Service Specific Conditional ACO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Adam Alidra</dc:creator>
  <cp:lastModifiedBy>Adam Alidra</cp:lastModifiedBy>
  <cp:revision>1</cp:revision>
  <dcterms:created xsi:type="dcterms:W3CDTF">2026-06-04T00:01:40Z</dcterms:created>
  <dcterms:modified xsi:type="dcterms:W3CDTF">2026-06-04T00:19:01Z</dcterms:modified>
</cp:coreProperties>
</file>